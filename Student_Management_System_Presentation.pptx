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645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4114800" cy="384048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FULL-STACK ENTERPRISE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STUDENT MANAGEMENT SYSTEM</a:t>
            </a:r>
          </a:p>
          <a:p>
            <a:pPr>
              <a:spcBef>
                <a:spcPts val="800"/>
              </a:spcBef>
              <a:defRPr sz="1800">
                <a:solidFill>
                  <a:srgbClr val="06B6D4"/>
                </a:solidFill>
                <a:latin typeface="Segoe UI"/>
              </a:defRPr>
            </a:pPr>
            <a:r>
              <a:t>A Modern, Reactive Academic &amp; Campus Administration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48640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PROJECT DEVELOPER &amp; ARCHITECT</a:t>
            </a:r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Made by Yuvraj Jakhar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Full-Stack Software Engineering &amp; Architecture</a:t>
            </a:r>
            <a:br/>
            <a:r>
              <a:t>FastAPI • MongoDB • React 19 • Tailwind CSS •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4937760" cy="2011680"/>
          </a:xfrm>
          <a:prstGeom prst="roundRect">
            <a:avLst/>
          </a:prstGeom>
          <a:solidFill>
            <a:srgbClr val="131A2B"/>
          </a:solidFill>
          <a:ln>
            <a:solidFill>
              <a:srgbClr val="13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CORE SYSTEM CAPABILITIES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 Role-Based Access Control (Admin, Faculty, Student)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 Dynamic 25-Min QR Code Live Attendance Engine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 Comprehensive Student &amp; Faculty Directory Management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 Gradebook, GPA Calculation &amp; Dean's List Leaderboard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Segoe UI"/>
              </a:defRPr>
            </a:pPr>
            <a:r>
              <a:t>•  Stateless Secure JWT Authentication &amp; Bcrypt Hashing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(Python)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MongoDB (Motor Async)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Tailwind CSS v4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JWT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486400"/>
            <a:ext cx="1444752" cy="365760"/>
          </a:xfrm>
          <a:prstGeom prst="round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QR 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PROJECT MOTIVATION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Executive Summary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  <a:latin typeface="Segoe UI"/>
              </a:defRPr>
            </a:pPr>
            <a:r>
              <a:t>THE PROBLEM: LEGACY CAMPUS SYSTEMS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✕  Manual Attendance Roll Calls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Time-consuming roll calls waste 15-20% of lecture hours and are prone to proxy check-ins and forgery.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✕  Fragmented Student Data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Student records, course registrations, and grade sheets reside in disparate spreadsheets and legacy files.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✕  Delayed Academic Feedback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Students lack immediate visibility into their grades, GPA standing, and attendance percentages.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✕  Administrative Inefficiency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College administrators struggle with manual faculty allocations, slow reporting, and high operational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THE SOLUTION: APEX SMS PORTAL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Dynamic QR Code Attendance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Faculty projects a time-expiring QR code. Students check in within seconds with cryptographic fraud prevention.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Centralized Cloud Database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Real-time MongoDB engine asynchronously links students, faculty, courses, attendance, and marks.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Role-Based Dedicated Portals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Custom tailored dashboards for Administrators, Faculty, and Students with strictly enforced JWT permissions.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✓  Dean's List &amp; Academic Transparency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Automated GPA calculation, honors rankings, and clear gradebook distribution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Comprehensive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BACKEND ENGINE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FastAPI (Python 3.14)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High performance, async ASGI web framework for fast RESTful APIs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Motor (Async MongoDB)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Non-blocking MongoDB driver for concurrent high-load database queries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Pydantic v2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Strict schema validation, type checking, and automated OpenAPI documentation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Python-Jose &amp; Passlib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Cryptographic JWT bearer token generator &amp; Bcrypt salted hashing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QR Code &amp; Pillow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In-memory dynamic PNG QR code generation with custom TTL payloads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6499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FRONTEND INTERFACE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React 19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Modern component-based declarative UI with lightning-fast reactive state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Vite Build Engine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Next-generation bundling, instant hot-module replacement (HMR)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Tailwind CSS v4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Modern utility-first styling with custom color tokens and card layouts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Axios HTTP Client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Centralized request/response interceptors with automatic Bearer token injection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Lucide React Icons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Clean, consistent SVG icon set optimized for academic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36499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4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DATABASE &amp; SECURITY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MongoDB NoSQL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Flexible, scalable document database storing users, courses, attendance &amp; marks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Compound Indexing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Enforces unique (student_id, course_id, date) to prevent duplicate check-ins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JWT Stateless Auth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Tokens signed with HMAC-SHA256, eliminating server session storage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CORS Middleware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Strict cross-origin resource sharing protection for trusted endpoints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Role Route Guards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Protected React Router v7 routes preventing unauthorized URL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463040"/>
            <a:ext cx="3364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DATA FLOW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&amp; Request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br/>
            <a:r>
              <a:t>React 19 / Vite SPA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Tailwind CSS v4 Dashboard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Role Context Provider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Axios Auth Interceptors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Real-time QR Scanner / Code entry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CLIENT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br/>
            <a:r>
              <a:t>FastAPI Middleware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OAuth2PasswordBearer Token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CORS Verification Engine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Pydantic Request Validation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Role-Based Route Access Guards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4" y="1645920"/>
            <a:ext cx="24688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GATEWAY &amp;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br/>
            <a:r>
              <a:t>Service Controllers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User Authentication &amp; Hash Check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25-Min QR Token Session Generator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Course Assignment &amp; Enrollment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Automated GPA &amp; Grade Calculator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645920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BUSINESS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br/>
            <a:r>
              <a:t>MongoDB (Async Motor)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Users Collection (hashed passwords)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Courses Collection (faculty linked)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Attendance Collection (compound indexed)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Marks Collection (subject breakdown)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8552" y="1645920"/>
            <a:ext cx="24688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PERSISTENCE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97880"/>
            <a:ext cx="10728655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46E5"/>
                </a:solidFill>
                <a:latin typeface="Segoe UI"/>
              </a:defRPr>
            </a:pPr>
            <a:r>
              <a:t>Key Highlight: Pure Asynchronous Non-Blocking I/O allows thousands of concurrent student check-ins with zero server freeze.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SECURITY &amp; PRIVILEGES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Role-Based Access Control (RBAC)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i="1">
                <a:solidFill>
                  <a:srgbClr val="64748B"/>
                </a:solidFill>
                <a:latin typeface="Segoe UI"/>
              </a:defRPr>
            </a:pPr>
            <a:br/>
            <a:r>
              <a:t>Full Institutional Oversight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Manage Students &amp; Faculty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Create, update, search, and audit all user accounts with instantaneous filtering.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Curriculum &amp; Courses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Design courses, allocate credits, and assign faculty professors.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Institutional Analytics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View aggregate KPIs: total enrollments, active courses, attendance trends.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System Integrity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Ensure role segregation and institutional policy adherence.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64992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ADMINISTRATOR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i="1">
                <a:solidFill>
                  <a:srgbClr val="64748B"/>
                </a:solidFill>
                <a:latin typeface="Segoe UI"/>
              </a:defRPr>
            </a:pPr>
            <a:br/>
            <a:r>
              <a:t>Classroom &amp; Academic Execution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Assigned Course Rosters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Access students enrolled in courses specifically assigned by the Admin.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Live QR Attendance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Generate live 25-minute auto-refreshing QR code session on the projector.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Marks &amp; Gradebook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Submit and edit Midterm and Final exam marks with instant grade computation.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Attendance Records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Audit classroom presence logs and download attendance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36499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TEACHER / FACULTY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i="1">
                <a:solidFill>
                  <a:srgbClr val="64748B"/>
                </a:solidFill>
                <a:latin typeface="Segoe UI"/>
              </a:defRPr>
            </a:pPr>
            <a:br/>
            <a:r>
              <a:t>Self-Service Academic Portal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Course Catalog &amp; Enroll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Browse available university courses and self-enroll with 1 click.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Instant Attendance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Scan classroom QR code or enter session code to claim verified presence.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Report Card &amp; Transcripts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View detailed grade sheets, overall GPA, and academic standings.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✔  Dean's List Leaderboard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View academic achievements and top performance standings.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463040"/>
            <a:ext cx="3364992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STUDENT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CORE MODULES: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Administrator Portal: Operations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USER DIRECTORY &amp; DIRECTORY CONTROLS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Instant Live Search &amp; Multi-Field Filter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Administrators can search thousands of users instantly by Name, Email, Department, or Roll Number without page reloads.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Dynamic Role Badges &amp; Status Chips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Visual indicators for Admin, Teacher, and Student roles with department affiliations (CS, Mechanical, Electrical).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Single-Click Add/Edit User Modals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Streamlined modals to enroll new students, onboard faculty, or update credentials with validation checks.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Safe Deletion &amp; Role Auditing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Built-in confirmation safeguards preventing accidental data loss or orphaned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COURSE CATALOG &amp; FACULTY ALLOCATION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Course Lifecycle Management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Create, edit, and organize courses with Course Code (e.g., CS101), Credit units, syllabus descriptions, and departments.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Faculty Assignment Mapping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Directly map verified faculty members to specific courses, automatically populating teacher dashboard schedules.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Real-Time Enrollment Tracker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Live counter displaying total students enrolled per course against department capacity limits.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Unified Institutional Catalog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Students instantly access newly published courses in their enrollment directory with zero downtime.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CORE MODULES: FACULTY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Faculty (Teacher) Portal: Academic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1. COURSE DASHBOARD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Assigned Course Roster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View all assigned subjects, lecture schedules, and enrolled student rosters.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Student Directory Per Course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Inspect student profiles, contact emails, and previous attendance records.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Quick Navigation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One-click switching between Attendance launcher, Gradebook, and Course details.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6499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2. LIVE QR SESSION PROJECTOR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1-Click QR Generation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Generates high-definition interactive QR code for smart classroom projectors.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25-Minute Dynamic Expiry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Embedded time-limited cryptographic session token prevents out-of-class sharing.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Real-Time Live Countdown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Projector display showcases live animated timer for students to scan before expiry.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36499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4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GRADEBOOK &amp; EVALUATION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Modular Score Entry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Input Midterm (max 30), Final Exam (max 70), and Total marks with strict validations.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Automated Grade Assignment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Instant calculation of letter grades (A+, A, B, C, F) based on institutional scale.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Audit Trail &amp; Revision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Allows faculty to review, adjust, and finalize academic transcripts seamlessly.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463040"/>
            <a:ext cx="3364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CORE MODULES: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Student Experience: Self-Service Campus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COURSE ENROLLMENT</a:t>
            </a:r>
          </a:p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Empowering academic flexibility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Browse Available Catalog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Explore course offerings, credit allocations, and faculty descriptions.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Single-Click Self-Enrollment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Enrolls student directly into course roster with instant backend sync.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Enrolled Course Cards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Clean dashboard overview showing assigned professor and course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6499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QR &amp; CODE ATTENDANCE</a:t>
            </a:r>
          </a:p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Frictionless in-class presence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Camera QR Scan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Instant check-in using mobile phone camera or web cam.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Session Code Entry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Fallback 6-digit session token for students on desktop or poor cameras.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Duplicate Prevention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Instant alert if attendance for the current date was already logged.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36499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4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TRANSCRIPTS &amp; GRADES</a:t>
            </a:r>
          </a:p>
          <a:p>
            <a:pPr>
              <a:defRPr sz="950" i="1">
                <a:solidFill>
                  <a:srgbClr val="64748B"/>
                </a:solidFill>
                <a:latin typeface="Segoe UI"/>
              </a:defRPr>
            </a:pPr>
            <a:r>
              <a:t>Transparent real-time progress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Detailed Subject Breakdown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View Midterm, Final Exam, and Total scores per enrolled subject.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Overall GPA Tracker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Automatic calculation of current semester GPA and academic status.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 Dean's List Ranking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Real-time leaderboard position displaying honors medal standings.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463040"/>
            <a:ext cx="3364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PROPRIETARY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Innovation Spotlight: Dynamic QR Attendance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  <a:latin typeface="Segoe UI"/>
              </a:defRPr>
            </a:pPr>
            <a:r>
              <a:t>ATTENDANCE VERIFICATION PIPELINE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Faculty Session Trigger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Professor clicks 'Generate QR' on their course portal. Backend mints a secure cryptographic token tied to Course ID and Date with a 25-minute Time-To-Live (TTL).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Interactive Projector Display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Frontend renders a high-res SVG/PNG QR code alongside a live digital countdown timer suitable for lecture hall smart boards.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Student Scan &amp; Submit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Students scan the QR code via mobile camera. The token, along with their JWT Bearer credentials, is dispatched to FastAPI /api/attendance/check-in.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Cryptographic Validation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Backend verifies token validity, checks student course enrollment, and logs status 'Present' in MongoDB.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4144975" cy="466344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ANTI-FRAUD SAFEGUARDS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Zero Proxy Attendance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Tokens expire precisely in 25 minutes, preventing students from forwarding codes to absentees outside class.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Compound Unique Index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MongoDB enforces unique (student_id, course_id, date) indexing. Double submission is physically rejected at database level.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Bearer Token Binding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Only authenticated accounts matching enrolled student records can execute check-in.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Audit Logs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Timestamps recorded in ISO 8601 UTC format with exact seconds for dispute resolution.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LEADERBOARD &amp;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Academic Excellence: Dean's List &amp; Performance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AUTOMATED GPA ENGINE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Standardized 10-Point Scale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Converts numerical exam scores into standardized grade points across all departments.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Real-Time Calculations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Whenever faculty updates marks, student cumulative GPA recalculates instantly.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Transcript Generation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Provides semester-wise clean breakdown for download and official printing.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64992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DEAN'S LIST LEADERBOARD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Honors Recognition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Ranks top academic performers with Gold (#1), Silver (#2), and Bronze (#3) visual medals.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Gamified Motivation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Fosters healthy academic competition and inspires students toward continuous improvement.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Departmental Filtering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Leaderboard viewable institution-wide or filtered by individual faculty departments.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36499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1584" y="146304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CAMPUS KPI ANALYTICS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Executive Summary Counters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Instant dashboard metrics for Total Students, Faculty Members, and Active Courses.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Attendance Health Metrics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Real-time attendance rate percentages flag at-risk students before final exams.</a:t>
            </a:r>
          </a:p>
          <a:p>
            <a:pPr>
              <a:spcBef>
                <a:spcPts val="1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★  Grade Distribution Curves</a:t>
            </a:r>
          </a:p>
          <a:p>
            <a:pPr>
              <a:defRPr sz="980">
                <a:solidFill>
                  <a:srgbClr val="64748B"/>
                </a:solidFill>
                <a:latin typeface="Segoe UI"/>
              </a:defRPr>
            </a:pPr>
            <a:r>
              <a:t>Analytics assist professors in evaluating examination fairness and course rigor.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463040"/>
            <a:ext cx="336499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Segoe UI"/>
              </a:defRPr>
            </a:pPr>
            <a:r>
              <a:t>ENGINEERING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Security, Scalability &amp; Production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Student Management System  |  Apex University CampusPortal  |  Made by Yuvraj Jakhar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4F46E5"/>
                </a:solidFill>
                <a:latin typeface="Segoe UI"/>
              </a:defRPr>
            </a:pPr>
            <a:r>
              <a:t>STATELESS JWT AUTHENTICATION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RFC 7519 Compliant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HMAC-SHA256 Signature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Cryptographically signed bearer tokens prevent credential tampering.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Zero Server Session Overhead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Server does not store sessions in memory, enabling seamless horizontal clustering.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Token Expiration Lifecycle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Configurable expiration window eliminates perpetual hijacking risks.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4688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83864" y="146304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CREDENTIAL HASHING (BCRYPT)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Zero-Knowledge Storage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Adaptive Salt Rounds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Passlib Bcrypt hashing protects user passwords against rainbow tables and brute force.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No Plaintext Exposure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Passwords never touch application logs, databases, or API responses.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Secure Role Verification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Every API request verifies role validity before resource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4" y="146304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8" y="146304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NON-BLOCKING ASYNC ENGINE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High Concurrency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Uvicorn ASGI + FastAPI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Handles thousands of simultaneous requests per second with tiny memory footprint.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Async Motor MongoDB Driver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Asynchronous connection pooling eliminates I/O bottlenecks during peak check-in hours.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Pydantic v2 Serialization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Rust-powered data parsing ensures lightning-fast serialization and type safety.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46304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88552" y="146304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FRONTEND RESILIENCE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Client-Side Hardening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Axios Interceptors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Automatically injects Authorization Bearer tokens and gracefully intercepts 401/403 states.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Protected Route Wrappers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React Router guards block unauthorized URL access based on user role.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 Sanitized Inputs &amp; XSS Defense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React's declarative DOM binding shields against cross-site scripting attacks.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8552" y="146304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8288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926080" cy="347472"/>
          </a:xfrm>
          <a:prstGeom prst="roundRect">
            <a:avLst/>
          </a:prstGeom>
          <a:solidFill>
            <a:srgbClr val="131A2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PROJECT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CONCLUSION &amp; FUTURE HORIZONS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29260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PROJECT ACHIEVEMENTS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✔  Fully operational enterprise-grade system bridging 3 major academic roles.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✔  Eliminated paper-based attendance with dynamic 25-minute QR verification.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✔  Complete automated grading lifecycle and real-time Dean's List honors.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✔  Ultra-fast asynchronous FastAPI backend with reactive React 19 UI.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✔  Production-ready codebase running live on local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120640" cy="2926080"/>
          </a:xfrm>
          <a:prstGeom prst="roundRect">
            <a:avLst/>
          </a:prstGeom>
          <a:solidFill>
            <a:srgbClr val="131A2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FUTURE ENHANCEMENTS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🚀  Cross-Platform Mobile App (React Native / Flutter) for instant NFC/QR scans.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🚀  Automated Fee Management Gateway with Stripe / Razorpay integration.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🚀  Push Notifications &amp; Email Alerts for low attendance and exam schedules.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🚀  AI-Powered Predictive Academic Analytics &amp; Early Intervention alerts.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🚀  Multi-Tenant Support for multi-campus university consortia.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728655" cy="1188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THANK YOU FOR YOUR TIME &amp; ATTENTION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Designed &amp; Developed by: YUVRAJ JAKHAR</a:t>
            </a:r>
          </a:p>
          <a:p>
            <a:pPr algn="ctr">
              <a:spcBef>
                <a:spcPts val="2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FastAPI  •  MongoDB  •  React 19  •  Tailwind CSS  •  Vite  •  JWT Auth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